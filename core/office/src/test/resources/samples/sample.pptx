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01E84D-EAEE-CE57-1625-8F289200CBB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4EE3D-BDE8-166C-E4B7-7C473B856D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78BBBF-5053-51F9-7F1D-ABC88B1DC5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2A1126-7954-238D-FF69-9193042409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8E5FE0-E54C-0B79-132A-20D762E6AB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774772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91C6D4F-A150-F77E-FF10-3F2B1E6B83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D4B7BF-1609-AEFF-0205-B5033F39F3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64A7E36-97C3-B98A-1D19-8000A195ED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C774481-8CE2-7E2D-B5D3-4395AEE7D0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E97C470-97D1-3EBD-BF89-48E389FDE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25425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C60F98-2733-692E-9139-A90BC6B874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476DD92-299E-ECB7-C8C4-A42FBED0EA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5590DC-891F-C630-B573-3E01269C60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4B0689-5DD7-0EEC-451D-8BD406A09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9D70FC-89B0-0689-804F-ADA45A801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22333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31E25-DFEC-7334-CDC9-352F241E169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A5EF39C-4EED-8E1E-4076-6A75E0C44AF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D5738-BA99-5F94-D0AE-10FAAF4DE49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C28619-F6C6-7684-0469-F1909CE17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5B1227-5142-25A4-42E5-A0CABBEB3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5C8D420-4453-092D-F295-DFEAD4D6E7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86544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DF09A3-7FAF-016C-10EA-6935F761B27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DE1DDE8-B48C-F687-95FE-37553861CE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751E367-CF58-43A3-EB9F-40415846AE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10E9182-8FE2-F8DD-F02A-365F32F70D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CDE91B9-EF81-D57E-0856-70A22C3C520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247CB17-3F1E-E8F1-FDE7-48CFA06D83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5C2C45E-2575-6F6C-F9DA-8C137D263E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A4F8D7F-F1A7-BBAA-9F54-AD5D72A733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12678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3632CD-D5BA-E60B-3D70-D2D6989ACA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11807E-7AD9-87E4-5CF7-E75E9F978C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F027A9E-ADB5-B159-50FE-B2ACB3F8C0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47A7F1C-2D7D-CBF8-8E66-B668F2C99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306672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22DCF1A-55CC-B904-E925-1166EA13C1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083AF6-D988-5620-6F0A-AAB47F982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AD7D8F6-93C9-2D40-E9F7-6C17EFFEB6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61577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C03FA-1D93-8633-B46E-BD26DA8CCC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831B85-74BF-286C-310E-47413431CAF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CFDC9-0F99-5B2F-01EF-CFE6F9A30B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A11B45B-42BE-E9BF-21F1-5684BB8877A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6AB5320-C34F-0D37-E98C-461E69EB88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884D334-1BEC-8D42-3AC6-0D22A4F9A5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9617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1B743B-9FBC-BD70-4950-21DFEDC198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F77E6AD-F6F8-492A-8B3D-D1F79747CFC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61E5ECC-D61D-646F-0BAF-466AF4DB72A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3BD77C-45A0-685C-28B6-391138ABA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5D2C7EE-FAF8-DE0C-96A3-2E20FCC1CC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1ACBD6-2560-5F13-444A-CB9A80E71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9060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4501C9-CFB3-6AA9-AE51-C14EE8D192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9BA6DEB-E633-B107-E50C-96147CFD855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5399FCC-F8AA-639C-88A3-4DEBEB82C3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5610CF-AFF1-F587-6160-FDE644E75A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3EB3A83-B5A4-5FC9-5532-8516D9C9C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34258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E6850B1-216B-36F1-8ACC-C094E219555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F20518F-9C34-B312-3F32-E05D96EE4A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E3D121-2762-58A6-12E5-DCE15DDE0B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805A348-D40B-D9A0-F2D0-3768667D71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4CF7C97-DFCE-BF54-3DBE-78BC5E180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089541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C97BE1-557D-540F-64CB-6760DB8CA6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4D7464-05FB-371B-C994-71861DF8FBC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8474B7-DFC2-7C2B-B2ED-4BF13993F2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AAD01DE-DD1A-FCBB-3319-778F27DF5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8EBB6DA-4B06-C560-EF69-2E8474984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20512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83C8D33-C951-7365-60E8-8BFE2055F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B897555-6AFF-9F99-2777-4A1C4C1521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6AE47F-5B8F-C4F7-BD68-EC04E5F750E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0EF06CD-8B17-4B50-837E-9498D650A572}" type="datetimeFigureOut">
              <a:rPr lang="en-IN" smtClean="0"/>
              <a:t>25-10-2026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D4A60F0-1B0D-B671-EB67-8E2E22729F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7FD3D04-843C-FEAC-1F29-9801B0187D6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0A0CA1A-EBE9-4B7C-97CA-363490FC9A9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873256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AF16B-DBBA-017C-BCAE-1E785540EBA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/>
              <a:t>Dock Preview Test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F0E8FB-4556-CD2F-F3B6-4173BEBD58A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/>
              <a:t>Slides rendered offline</a:t>
            </a:r>
          </a:p>
        </p:txBody>
      </p:sp>
    </p:spTree>
    <p:extLst>
      <p:ext uri="{BB962C8B-B14F-4D97-AF65-F5344CB8AC3E}">
        <p14:creationId xmlns:p14="http://schemas.microsoft.com/office/powerpoint/2010/main" val="299763261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CE95E5F-97F0-871D-06C4-DA96B5C86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/>
              <a:t>Agenda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B1EBDC-9C8D-C42D-2EE9-EDD8FC02730C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IN"/>
              <a:t>Introduction</a:t>
            </a:r>
          </a:p>
          <a:p>
            <a:r>
              <a:rPr lang="en-IN"/>
              <a:t>Results</a:t>
            </a:r>
          </a:p>
          <a:p>
            <a:r>
              <a:rPr lang="en-IN"/>
              <a:t>Next steps</a:t>
            </a:r>
          </a:p>
        </p:txBody>
      </p:sp>
    </p:spTree>
    <p:extLst>
      <p:ext uri="{BB962C8B-B14F-4D97-AF65-F5344CB8AC3E}">
        <p14:creationId xmlns:p14="http://schemas.microsoft.com/office/powerpoint/2010/main" val="45614513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0E86957-90AA-575B-C51D-8B91B5BB7D4C}"/>
              </a:ext>
            </a:extLst>
          </p:cNvPr>
          <p:cNvSpPr/>
          <p:nvPr/>
        </p:nvSpPr>
        <p:spPr>
          <a:xfrm>
            <a:off x="762000" y="762000"/>
            <a:ext cx="3810000" cy="2032000"/>
          </a:xfrm>
          <a:prstGeom prst="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/>
              <a:t>Green box</a:t>
            </a:r>
          </a:p>
        </p:txBody>
      </p:sp>
      <p:sp>
        <p:nvSpPr>
          <p:cNvPr id="3" name="Oval 2">
            <a:extLst>
              <a:ext uri="{FF2B5EF4-FFF2-40B4-BE49-F238E27FC236}">
                <a16:creationId xmlns:a16="http://schemas.microsoft.com/office/drawing/2014/main" id="{3D5788CA-3250-47EC-080C-F2F0CF8CF7CE}"/>
              </a:ext>
            </a:extLst>
          </p:cNvPr>
          <p:cNvSpPr/>
          <p:nvPr/>
        </p:nvSpPr>
        <p:spPr>
          <a:xfrm>
            <a:off x="5334000" y="1016000"/>
            <a:ext cx="2540000" cy="2540000"/>
          </a:xfrm>
          <a:prstGeom prst="ellipse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25F57884-D28B-28DA-BFDE-28E440C4B9F4}"/>
              </a:ext>
            </a:extLst>
          </p:cNvPr>
          <p:cNvPicPr>
            <a:picLocks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26000" y="3810000"/>
            <a:ext cx="4064000" cy="25400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73DDDD8-FCFA-5A88-9D2E-52BDE133BAE8}"/>
              </a:ext>
            </a:extLst>
          </p:cNvPr>
          <p:cNvSpPr txBox="1"/>
          <p:nvPr/>
        </p:nvSpPr>
        <p:spPr>
          <a:xfrm>
            <a:off x="762000" y="3810000"/>
            <a:ext cx="3556000" cy="369332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r>
              <a:rPr lang="en-IN" b="1"/>
              <a:t>Plain text box</a:t>
            </a:r>
          </a:p>
        </p:txBody>
      </p:sp>
    </p:spTree>
    <p:extLst>
      <p:ext uri="{BB962C8B-B14F-4D97-AF65-F5344CB8AC3E}">
        <p14:creationId xmlns:p14="http://schemas.microsoft.com/office/powerpoint/2010/main" val="89588746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</Words>
  <Application>Microsoft Office PowerPoint</Application>
  <PresentationFormat>Widescreen</PresentationFormat>
  <Paragraphs>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Theme</vt:lpstr>
      <vt:lpstr>Dock Preview Test</vt:lpstr>
      <vt:lpstr>Agenda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Kalpesh Nichal</dc:creator>
  <cp:lastModifiedBy>Kalpesh Nichal</cp:lastModifiedBy>
  <cp:revision>1</cp:revision>
  <dcterms:created xsi:type="dcterms:W3CDTF">2026-10-25T15:21:07Z</dcterms:created>
  <dcterms:modified xsi:type="dcterms:W3CDTF">2026-10-25T15:21:07Z</dcterms:modified>
</cp:coreProperties>
</file>